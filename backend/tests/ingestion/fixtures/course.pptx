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Admissibility</a:t>
            </a:r>
          </a:p>
          <a:p>
            <a:r>
              <a:t>An admissible heuristic never overestimates the optimal remaining path cost.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Consistency</a:t>
            </a:r>
          </a:p>
          <a:p>
            <a:r>
              <a:t>A consistent heuristic satisfies the triangle inequality along every edge.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