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Dynamic programming</a:t>
            </a:r>
          </a:p>
          <a:p>
            <a:r>
              <a:t>Dynamic programming stores solutions to overlapping subproblems and reuses them to solve larger problems.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Optimal substructure</a:t>
            </a:r>
          </a:p>
          <a:p>
            <a:r>
              <a:t>Optimal substructure means an optimal solution can be constructed from optimal solutions to its subproblems.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